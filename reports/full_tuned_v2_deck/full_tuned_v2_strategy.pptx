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7ba28a5d7b4d20" /><Relationship Type="http://schemas.openxmlformats.org/officeDocument/2006/relationships/extended-properties" Target="/docProps/app.xml" Id="Rf1ca38fc09324bda" /><Relationship Type="http://schemas.openxmlformats.org/officeDocument/2006/relationships/officeDocument" Target="/ppt/presentation.xml" Id="R8f5f2481e8f3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85592b45d46df"/>
  </p:sldMasterIdLst>
  <p:notesMasterIdLst>
    <p:notesMasterId xmlns:r="http://schemas.openxmlformats.org/officeDocument/2006/relationships" r:id="R5a0401164045454a"/>
  </p:notesMasterIdLst>
  <p:sldIdLst>
    <p:sldId xmlns:r="http://schemas.openxmlformats.org/officeDocument/2006/relationships" id="256" r:id="R9653c24501fc452a"/>
    <p:sldId xmlns:r="http://schemas.openxmlformats.org/officeDocument/2006/relationships" id="257" r:id="Re817054e27d84ed9"/>
    <p:sldId xmlns:r="http://schemas.openxmlformats.org/officeDocument/2006/relationships" id="258" r:id="R0c16ccc5a1be4c10"/>
    <p:sldId xmlns:r="http://schemas.openxmlformats.org/officeDocument/2006/relationships" id="259" r:id="Rfdf9d5b6b76a4f1c"/>
    <p:sldId xmlns:r="http://schemas.openxmlformats.org/officeDocument/2006/relationships" id="260" r:id="R77a7b65eac854084"/>
    <p:sldId xmlns:r="http://schemas.openxmlformats.org/officeDocument/2006/relationships" id="261" r:id="R242e70ccb45145c0"/>
    <p:sldId xmlns:r="http://schemas.openxmlformats.org/officeDocument/2006/relationships" id="262" r:id="R95921298614e4162"/>
    <p:sldId xmlns:r="http://schemas.openxmlformats.org/officeDocument/2006/relationships" id="263" r:id="R046f7c59e67b46d5"/>
    <p:sldId xmlns:r="http://schemas.openxmlformats.org/officeDocument/2006/relationships" id="264" r:id="Rfb333c60526a4681"/>
    <p:sldId xmlns:r="http://schemas.openxmlformats.org/officeDocument/2006/relationships" id="265" r:id="Rd633401f2ec94471"/>
    <p:sldId xmlns:r="http://schemas.openxmlformats.org/officeDocument/2006/relationships" id="266" r:id="R763a29bf2e2243e0"/>
    <p:sldId xmlns:r="http://schemas.openxmlformats.org/officeDocument/2006/relationships" id="267" r:id="R2e3d6567186141fc"/>
    <p:sldId xmlns:r="http://schemas.openxmlformats.org/officeDocument/2006/relationships" id="268" r:id="Redfd27b49d6a44bb"/>
    <p:sldId xmlns:r="http://schemas.openxmlformats.org/officeDocument/2006/relationships" id="269" r:id="Ra96dce231c4d4d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1de2a7db24eee" /><Relationship Type="http://schemas.openxmlformats.org/officeDocument/2006/relationships/slideMaster" Target="/ppt/slideMasters/slideMaster1.xml" Id="Rb2385592b45d46df" /><Relationship Type="http://schemas.openxmlformats.org/officeDocument/2006/relationships/notesMaster" Target="/ppt/notesMasters/notesMaster1.xml" Id="R5a0401164045454a" /><Relationship Type="http://schemas.openxmlformats.org/officeDocument/2006/relationships/presProps" Target="/ppt/presProps.xml" Id="R50ed3a34cdee4fb6" /><Relationship Type="http://schemas.openxmlformats.org/officeDocument/2006/relationships/tableStyles" Target="/ppt/tableStyles.xml" Id="R28e7a6de1f48417b" /><Relationship Type="http://schemas.openxmlformats.org/officeDocument/2006/relationships/slide" Target="/ppt/slides/slide1.xml" Id="R9653c24501fc452a" /><Relationship Type="http://schemas.openxmlformats.org/officeDocument/2006/relationships/slide" Target="/ppt/slides/slide2.xml" Id="Re817054e27d84ed9" /><Relationship Type="http://schemas.openxmlformats.org/officeDocument/2006/relationships/slide" Target="/ppt/slides/slide3.xml" Id="R0c16ccc5a1be4c10" /><Relationship Type="http://schemas.openxmlformats.org/officeDocument/2006/relationships/slide" Target="/ppt/slides/slide4.xml" Id="Rfdf9d5b6b76a4f1c" /><Relationship Type="http://schemas.openxmlformats.org/officeDocument/2006/relationships/slide" Target="/ppt/slides/slide5.xml" Id="R77a7b65eac854084" /><Relationship Type="http://schemas.openxmlformats.org/officeDocument/2006/relationships/slide" Target="/ppt/slides/slide6.xml" Id="R242e70ccb45145c0" /><Relationship Type="http://schemas.openxmlformats.org/officeDocument/2006/relationships/slide" Target="/ppt/slides/slide7.xml" Id="R95921298614e4162" /><Relationship Type="http://schemas.openxmlformats.org/officeDocument/2006/relationships/slide" Target="/ppt/slides/slide8.xml" Id="R046f7c59e67b46d5" /><Relationship Type="http://schemas.openxmlformats.org/officeDocument/2006/relationships/slide" Target="/ppt/slides/slide9.xml" Id="Rfb333c60526a4681" /><Relationship Type="http://schemas.openxmlformats.org/officeDocument/2006/relationships/slide" Target="/ppt/slides/slide10.xml" Id="Rd633401f2ec94471" /><Relationship Type="http://schemas.openxmlformats.org/officeDocument/2006/relationships/slide" Target="/ppt/slides/slide11.xml" Id="R763a29bf2e2243e0" /><Relationship Type="http://schemas.openxmlformats.org/officeDocument/2006/relationships/slide" Target="/ppt/slides/slide12.xml" Id="R2e3d6567186141fc" /><Relationship Type="http://schemas.openxmlformats.org/officeDocument/2006/relationships/slide" Target="/ppt/slides/slide13.xml" Id="Redfd27b49d6a44bb" /><Relationship Type="http://schemas.openxmlformats.org/officeDocument/2006/relationships/slide" Target="/ppt/slides/slide14.xml" Id="Ra96dce231c4d4d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78c0b73692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02c27914f94e59" /><Relationship Type="http://schemas.openxmlformats.org/officeDocument/2006/relationships/notesMaster" Target="/ppt/notesMasters/notesMaster1.xml" Id="Rc48a3f1f2bca46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b675c51c5c4c3d" /><Relationship Type="http://schemas.openxmlformats.org/officeDocument/2006/relationships/notesMaster" Target="/ppt/notesMasters/notesMaster1.xml" Id="Rb4a71194b3c847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d3340aaecc4c7e" /><Relationship Type="http://schemas.openxmlformats.org/officeDocument/2006/relationships/notesMaster" Target="/ppt/notesMasters/notesMaster1.xml" Id="Rb29f61db982346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8cfff58a17471f" /><Relationship Type="http://schemas.openxmlformats.org/officeDocument/2006/relationships/notesMaster" Target="/ppt/notesMasters/notesMaster1.xml" Id="R32133057d39945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48667b3d6482f" /><Relationship Type="http://schemas.openxmlformats.org/officeDocument/2006/relationships/notesMaster" Target="/ppt/notesMasters/notesMaster1.xml" Id="R9ebb8bf1e1004a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b18ffaf2b248b6" /><Relationship Type="http://schemas.openxmlformats.org/officeDocument/2006/relationships/notesMaster" Target="/ppt/notesMasters/notesMaster1.xml" Id="R414e09b4643d43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a871b739b44e21" /><Relationship Type="http://schemas.openxmlformats.org/officeDocument/2006/relationships/notesMaster" Target="/ppt/notesMasters/notesMaster1.xml" Id="R4548af71f16643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3e4ed3ddac423a" /><Relationship Type="http://schemas.openxmlformats.org/officeDocument/2006/relationships/notesMaster" Target="/ppt/notesMasters/notesMaster1.xml" Id="R84155438c0d8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504b6251064154" /><Relationship Type="http://schemas.openxmlformats.org/officeDocument/2006/relationships/notesMaster" Target="/ppt/notesMasters/notesMaster1.xml" Id="R1fb2356b94b541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0a83d09e3e4792" /><Relationship Type="http://schemas.openxmlformats.org/officeDocument/2006/relationships/notesMaster" Target="/ppt/notesMasters/notesMaster1.xml" Id="R9a591903fa3945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fa2640c89b4319" /><Relationship Type="http://schemas.openxmlformats.org/officeDocument/2006/relationships/notesMaster" Target="/ppt/notesMasters/notesMaster1.xml" Id="R5e0eea72677b49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80b4eeef2045d4" /><Relationship Type="http://schemas.openxmlformats.org/officeDocument/2006/relationships/notesMaster" Target="/ppt/notesMasters/notesMaster1.xml" Id="R53780d63a5994b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2c8e2b67e94e86" /><Relationship Type="http://schemas.openxmlformats.org/officeDocument/2006/relationships/notesMaster" Target="/ppt/notesMasters/notesMaster1.xml" Id="R5103c51ce3204c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3a56069fc543f1" /><Relationship Type="http://schemas.openxmlformats.org/officeDocument/2006/relationships/notesMaster" Target="/ppt/notesMasters/notesMaster1.xml" Id="R16b0b55a8fef41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official_docs/AI CUP 2026玉山人工智慧公開挑戰賽_比賽辦法.pdf pp6–10; official_docs/D-Plan_撰寫指南.md §⑥; outputs/full_tuned_v2/audit.json, comparison.csv, monthly.csv, selection.json. Research shadow simulation, not official contest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915de822346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05e33b187a4de3" /><Relationship Type="http://schemas.openxmlformats.org/officeDocument/2006/relationships/slideLayout" Target="/ppt/slideLayouts/slideLayout1.xml" Id="R720b17df0aa749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0b17df0aa749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d0e0cfaef40ba" /><Relationship Type="http://schemas.openxmlformats.org/officeDocument/2006/relationships/notesSlide" Target="/ppt/notesSlides/notesSlide1.xml" Id="R6d65b8a653fc4d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4df3778134ea3" /><Relationship Type="http://schemas.openxmlformats.org/officeDocument/2006/relationships/notesSlide" Target="/ppt/notesSlides/notesSlide2.xml" Id="R798df552fbf44e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65ab47d244119" /><Relationship Type="http://schemas.openxmlformats.org/officeDocument/2006/relationships/notesSlide" Target="/ppt/notesSlides/notesSlide3.xml" Id="Rb51313e5e82645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eb3116ee243ba" /><Relationship Type="http://schemas.openxmlformats.org/officeDocument/2006/relationships/notesSlide" Target="/ppt/notesSlides/notesSlide4.xml" Id="R5946c92cfab8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55d1ef1fc4503" /><Relationship Type="http://schemas.openxmlformats.org/officeDocument/2006/relationships/notesSlide" Target="/ppt/notesSlides/notesSlide5.xml" Id="R7acbc82fa3e743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c43b82cce48d8" /><Relationship Type="http://schemas.openxmlformats.org/officeDocument/2006/relationships/notesSlide" Target="/ppt/notesSlides/notesSlide6.xml" Id="R077caa9937e845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fc464337a4fa5" /><Relationship Type="http://schemas.openxmlformats.org/officeDocument/2006/relationships/chart" Target="/ppt/slides/charts/chart1.xml" Id="R3471e1f06953452f" /><Relationship Type="http://schemas.openxmlformats.org/officeDocument/2006/relationships/notesSlide" Target="/ppt/notesSlides/notesSlide7.xml" Id="R1b1f0bf47de143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dd0103396464b" /><Relationship Type="http://schemas.openxmlformats.org/officeDocument/2006/relationships/chart" Target="/ppt/slides/charts/chart2.xml" Id="Rd93f887e7ce64cea" /><Relationship Type="http://schemas.openxmlformats.org/officeDocument/2006/relationships/notesSlide" Target="/ppt/notesSlides/notesSlide8.xml" Id="Rf0590bcd45634d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970ff24fc4a69" /><Relationship Type="http://schemas.openxmlformats.org/officeDocument/2006/relationships/chart" Target="/ppt/slides/charts/chart3.xml" Id="R1a91b5f482e14378" /><Relationship Type="http://schemas.openxmlformats.org/officeDocument/2006/relationships/notesSlide" Target="/ppt/notesSlides/notesSlide9.xml" Id="R86ce896be16748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a33a34c404da6" /><Relationship Type="http://schemas.openxmlformats.org/officeDocument/2006/relationships/notesSlide" Target="/ppt/notesSlides/notesSlide10.xml" Id="R01c0dbdbffcd4c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9c83cbf8248ca" /><Relationship Type="http://schemas.openxmlformats.org/officeDocument/2006/relationships/chart" Target="/ppt/slides/charts/chart4.xml" Id="Rba45e07b0252436a" /><Relationship Type="http://schemas.openxmlformats.org/officeDocument/2006/relationships/notesSlide" Target="/ppt/notesSlides/notesSlide11.xml" Id="R3b9469bc240f49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d9834ab3c48d0" /><Relationship Type="http://schemas.openxmlformats.org/officeDocument/2006/relationships/notesSlide" Target="/ppt/notesSlides/notesSlide12.xml" Id="Re78345ef5b854f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26f885a5a48ea" /><Relationship Type="http://schemas.openxmlformats.org/officeDocument/2006/relationships/notesSlide" Target="/ppt/notesSlides/notesSlide13.xml" Id="Ra75f4dc2270144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46f1dc889404f" /><Relationship Type="http://schemas.openxmlformats.org/officeDocument/2006/relationships/notesSlide" Target="/ppt/notesSlides/notesSlide14.xml" Id="R8fac4e3495624b5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Full tuned v2</c:v>
          </c:tx>
          <c:spPr>
            <a:ln xmlns:a="http://schemas.openxmlformats.org/drawingml/2006/main" w="28575">
              <a:solidFill>
                <a:srgbClr val="007F7F"/>
              </a:solidFill>
            </a:ln>
          </c:spPr>
          <c:marker>
            <c:symbol val="none"/>
          </c:marker>
          <c:cat>
            <c:strRef>
              <c:f>'Chart Data'!$A$2:$A$23</c:f>
              <c:strCache>
                <c:ptCount val="22"/>
                <c:pt idx="0">
                  <c:v>24/12</c:v>
                </c:pt>
                <c:pt idx="1">
                  <c:v>25/01</c:v>
                </c:pt>
                <c:pt idx="2">
                  <c:v>25/02</c:v>
                </c:pt>
                <c:pt idx="3">
                  <c:v>25/03</c:v>
                </c:pt>
                <c:pt idx="4">
                  <c:v>25/04</c:v>
                </c:pt>
                <c:pt idx="5">
                  <c:v>25/05</c:v>
                </c:pt>
                <c:pt idx="6">
                  <c:v>25/06</c:v>
                </c:pt>
                <c:pt idx="7">
                  <c:v>25/07</c:v>
                </c:pt>
                <c:pt idx="8">
                  <c:v>25/08</c:v>
                </c:pt>
                <c:pt idx="9">
                  <c:v>25/09</c:v>
                </c:pt>
                <c:pt idx="10">
                  <c:v>25/10</c:v>
                </c:pt>
                <c:pt idx="11">
                  <c:v>25/11</c:v>
                </c:pt>
                <c:pt idx="12">
                  <c:v>25/12</c:v>
                </c:pt>
                <c:pt idx="13">
                  <c:v>26/01</c:v>
                </c:pt>
                <c:pt idx="14">
                  <c:v>26/02</c:v>
                </c:pt>
                <c:pt idx="15">
                  <c:v>26/03</c:v>
                </c:pt>
                <c:pt idx="16">
                  <c:v>26/04</c:v>
                </c:pt>
                <c:pt idx="17">
                  <c:v>26/05</c:v>
                </c:pt>
                <c:pt idx="18">
                  <c:v>26/06</c:v>
                </c:pt>
                <c:pt idx="19">
                  <c:v>26/07</c:v>
                </c:pt>
                <c:pt idx="20">
                  <c:v>26/08</c:v>
                </c:pt>
                <c:pt idx="21">
                  <c:v>26/09</c:v>
                </c:pt>
              </c:strCache>
            </c:strRef>
          </c:cat>
          <c:val>
            <c:numRef>
              <c:f>'Chart Data'!$B$2:$B$23</c:f>
              <c:numCache>
                <c:formatCode>0.0"×"</c:formatCode>
                <c:ptCount val="22"/>
                <c:pt idx="0">
                  <c:v>1</c:v>
                </c:pt>
                <c:pt idx="1">
                  <c:v>1.044899</c:v>
                </c:pt>
                <c:pt idx="2">
                  <c:v>1.00618584</c:v>
                </c:pt>
                <c:pt idx="3">
                  <c:v>0.91493607</c:v>
                </c:pt>
                <c:pt idx="4">
                  <c:v>0.86828038</c:v>
                </c:pt>
                <c:pt idx="5">
                  <c:v>0.91915281</c:v>
                </c:pt>
                <c:pt idx="6">
                  <c:v>1.02113167</c:v>
                </c:pt>
                <c:pt idx="7">
                  <c:v>1.12514254</c:v>
                </c:pt>
                <c:pt idx="8">
                  <c:v>1.36758105</c:v>
                </c:pt>
                <c:pt idx="9">
                  <c:v>1.37530512</c:v>
                </c:pt>
                <c:pt idx="10">
                  <c:v>1.69562232</c:v>
                </c:pt>
                <c:pt idx="11">
                  <c:v>1.68585715</c:v>
                </c:pt>
                <c:pt idx="12">
                  <c:v>1.81036111</c:v>
                </c:pt>
                <c:pt idx="13">
                  <c:v>2.10051865</c:v>
                </c:pt>
                <c:pt idx="14">
                  <c:v>2.35911693</c:v>
                </c:pt>
                <c:pt idx="15">
                  <c:v>2.34488829</c:v>
                </c:pt>
                <c:pt idx="16">
                  <c:v>3.2653672</c:v>
                </c:pt>
                <c:pt idx="17">
                  <c:v>3.82806793</c:v>
                </c:pt>
                <c:pt idx="18">
                  <c:v>3.930339</c:v>
                </c:pt>
                <c:pt idx="19">
                  <c:v>3.65832818</c:v>
                </c:pt>
                <c:pt idx="20">
                  <c:v>3.79330812</c:v>
                </c:pt>
                <c:pt idx="21">
                  <c:v>4.02354417</c:v>
                </c:pt>
              </c:numCache>
            </c:numRef>
          </c:val>
          <c:smooth val="0"/>
        </c:ser>
        <c:ser>
          <c:idx val="1"/>
          <c:order val="1"/>
          <c:tx>
            <c:v>v1</c:v>
          </c:tx>
          <c:spPr>
            <a:ln xmlns:a="http://schemas.openxmlformats.org/drawingml/2006/main" w="28575">
              <a:solidFill>
                <a:srgbClr val="D17825"/>
              </a:solidFill>
            </a:ln>
          </c:spPr>
          <c:marker>
            <c:symbol val="none"/>
          </c:marker>
          <c:cat>
            <c:strRef>
              <c:f>'Chart Data'!$C$2:$C$23</c:f>
              <c:strCache>
                <c:ptCount val="22"/>
                <c:pt idx="0">
                  <c:v>24/12</c:v>
                </c:pt>
                <c:pt idx="1">
                  <c:v>25/01</c:v>
                </c:pt>
                <c:pt idx="2">
                  <c:v>25/02</c:v>
                </c:pt>
                <c:pt idx="3">
                  <c:v>25/03</c:v>
                </c:pt>
                <c:pt idx="4">
                  <c:v>25/04</c:v>
                </c:pt>
                <c:pt idx="5">
                  <c:v>25/05</c:v>
                </c:pt>
                <c:pt idx="6">
                  <c:v>25/06</c:v>
                </c:pt>
                <c:pt idx="7">
                  <c:v>25/07</c:v>
                </c:pt>
                <c:pt idx="8">
                  <c:v>25/08</c:v>
                </c:pt>
                <c:pt idx="9">
                  <c:v>25/09</c:v>
                </c:pt>
                <c:pt idx="10">
                  <c:v>25/10</c:v>
                </c:pt>
                <c:pt idx="11">
                  <c:v>25/11</c:v>
                </c:pt>
                <c:pt idx="12">
                  <c:v>25/12</c:v>
                </c:pt>
                <c:pt idx="13">
                  <c:v>26/01</c:v>
                </c:pt>
                <c:pt idx="14">
                  <c:v>26/02</c:v>
                </c:pt>
                <c:pt idx="15">
                  <c:v>26/03</c:v>
                </c:pt>
                <c:pt idx="16">
                  <c:v>26/04</c:v>
                </c:pt>
                <c:pt idx="17">
                  <c:v>26/05</c:v>
                </c:pt>
                <c:pt idx="18">
                  <c:v>26/06</c:v>
                </c:pt>
                <c:pt idx="19">
                  <c:v>26/07</c:v>
                </c:pt>
                <c:pt idx="20">
                  <c:v>26/08</c:v>
                </c:pt>
                <c:pt idx="21">
                  <c:v>26/09</c:v>
                </c:pt>
              </c:strCache>
            </c:strRef>
          </c:cat>
          <c:val>
            <c:numRef>
              <c:f>'Chart Data'!$D$2:$D$23</c:f>
              <c:numCache>
                <c:formatCode>0.0"×"</c:formatCode>
                <c:ptCount val="22"/>
                <c:pt idx="0">
                  <c:v>1</c:v>
                </c:pt>
                <c:pt idx="1">
                  <c:v>1.03100657</c:v>
                </c:pt>
                <c:pt idx="2">
                  <c:v>0.99523684</c:v>
                </c:pt>
                <c:pt idx="3">
                  <c:v>0.91165229</c:v>
                </c:pt>
                <c:pt idx="4">
                  <c:v>0.86574043</c:v>
                </c:pt>
                <c:pt idx="5">
                  <c:v>0.91464768</c:v>
                </c:pt>
                <c:pt idx="6">
                  <c:v>0.98875604</c:v>
                </c:pt>
                <c:pt idx="7">
                  <c:v>1.10121807</c:v>
                </c:pt>
                <c:pt idx="8">
                  <c:v>1.3161956</c:v>
                </c:pt>
                <c:pt idx="9">
                  <c:v>1.32223167</c:v>
                </c:pt>
                <c:pt idx="10">
                  <c:v>1.59244804</c:v>
                </c:pt>
                <c:pt idx="11">
                  <c:v>1.58744497</c:v>
                </c:pt>
                <c:pt idx="12">
                  <c:v>1.64650787</c:v>
                </c:pt>
                <c:pt idx="13">
                  <c:v>1.99969297</c:v>
                </c:pt>
                <c:pt idx="14">
                  <c:v>2.22345907</c:v>
                </c:pt>
                <c:pt idx="15">
                  <c:v>2.20719394</c:v>
                </c:pt>
                <c:pt idx="16">
                  <c:v>3.05680051</c:v>
                </c:pt>
                <c:pt idx="17">
                  <c:v>3.38749132</c:v>
                </c:pt>
                <c:pt idx="18">
                  <c:v>3.48666366</c:v>
                </c:pt>
                <c:pt idx="19">
                  <c:v>3.08863906</c:v>
                </c:pt>
                <c:pt idx="20">
                  <c:v>3.38400247</c:v>
                </c:pt>
                <c:pt idx="21">
                  <c:v>3.4814941</c:v>
                </c:pt>
              </c:numCache>
            </c:numRef>
          </c:val>
          <c:smooth val="0"/>
        </c:ser>
        <c:ser>
          <c:idx val="2"/>
          <c:order val="2"/>
          <c:tx>
            <c:v>0050</c:v>
          </c:tx>
          <c:spPr>
            <a:ln xmlns:a="http://schemas.openxmlformats.org/drawingml/2006/main" w="28575">
              <a:solidFill>
                <a:srgbClr val="7A75CE"/>
              </a:solidFill>
            </a:ln>
          </c:spPr>
          <c:marker>
            <c:symbol val="none"/>
          </c:marker>
          <c:cat>
            <c:strRef>
              <c:f>'Chart Data'!$E$2:$E$23</c:f>
              <c:strCache>
                <c:ptCount val="22"/>
                <c:pt idx="0">
                  <c:v>24/12</c:v>
                </c:pt>
                <c:pt idx="1">
                  <c:v>25/01</c:v>
                </c:pt>
                <c:pt idx="2">
                  <c:v>25/02</c:v>
                </c:pt>
                <c:pt idx="3">
                  <c:v>25/03</c:v>
                </c:pt>
                <c:pt idx="4">
                  <c:v>25/04</c:v>
                </c:pt>
                <c:pt idx="5">
                  <c:v>25/05</c:v>
                </c:pt>
                <c:pt idx="6">
                  <c:v>25/06</c:v>
                </c:pt>
                <c:pt idx="7">
                  <c:v>25/07</c:v>
                </c:pt>
                <c:pt idx="8">
                  <c:v>25/08</c:v>
                </c:pt>
                <c:pt idx="9">
                  <c:v>25/09</c:v>
                </c:pt>
                <c:pt idx="10">
                  <c:v>25/10</c:v>
                </c:pt>
                <c:pt idx="11">
                  <c:v>25/11</c:v>
                </c:pt>
                <c:pt idx="12">
                  <c:v>25/12</c:v>
                </c:pt>
                <c:pt idx="13">
                  <c:v>26/01</c:v>
                </c:pt>
                <c:pt idx="14">
                  <c:v>26/02</c:v>
                </c:pt>
                <c:pt idx="15">
                  <c:v>26/03</c:v>
                </c:pt>
                <c:pt idx="16">
                  <c:v>26/04</c:v>
                </c:pt>
                <c:pt idx="17">
                  <c:v>26/05</c:v>
                </c:pt>
                <c:pt idx="18">
                  <c:v>26/06</c:v>
                </c:pt>
                <c:pt idx="19">
                  <c:v>26/07</c:v>
                </c:pt>
                <c:pt idx="20">
                  <c:v>26/08</c:v>
                </c:pt>
                <c:pt idx="21">
                  <c:v>26/09</c:v>
                </c:pt>
              </c:strCache>
            </c:strRef>
          </c:cat>
          <c:val>
            <c:numRef>
              <c:f>'Chart Data'!$F$2:$F$23</c:f>
              <c:numCache>
                <c:formatCode>0.0"×"</c:formatCode>
                <c:ptCount val="22"/>
                <c:pt idx="0">
                  <c:v>1</c:v>
                </c:pt>
                <c:pt idx="1">
                  <c:v>1.03206921</c:v>
                </c:pt>
                <c:pt idx="2">
                  <c:v>0.99126359</c:v>
                </c:pt>
                <c:pt idx="3">
                  <c:v>0.89968284</c:v>
                </c:pt>
                <c:pt idx="4">
                  <c:v>0.88043932</c:v>
                </c:pt>
                <c:pt idx="5">
                  <c:v>0.93214184</c:v>
                </c:pt>
                <c:pt idx="6">
                  <c:v>0.99562237</c:v>
                </c:pt>
                <c:pt idx="7">
                  <c:v>1.05479048</c:v>
                </c:pt>
                <c:pt idx="8">
                  <c:v>1.07241109</c:v>
                </c:pt>
                <c:pt idx="9">
                  <c:v>1.17071548</c:v>
                </c:pt>
                <c:pt idx="10">
                  <c:v>1.29962409</c:v>
                </c:pt>
                <c:pt idx="11">
                  <c:v>1.25510886</c:v>
                </c:pt>
                <c:pt idx="12">
                  <c:v>1.31538986</c:v>
                </c:pt>
                <c:pt idx="13">
                  <c:v>1.44522589</c:v>
                </c:pt>
                <c:pt idx="14">
                  <c:v>1.60381129</c:v>
                </c:pt>
                <c:pt idx="15">
                  <c:v>1.44058889</c:v>
                </c:pt>
                <c:pt idx="16">
                  <c:v>1.77723509</c:v>
                </c:pt>
                <c:pt idx="17">
                  <c:v>2.05360032</c:v>
                </c:pt>
                <c:pt idx="18">
                  <c:v>2.09811555</c:v>
                </c:pt>
                <c:pt idx="19">
                  <c:v>2.00630286</c:v>
                </c:pt>
                <c:pt idx="20">
                  <c:v>2.06936609</c:v>
                </c:pt>
                <c:pt idx="21">
                  <c:v>2.21283484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2E7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本金倍數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.0&quot;×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Full tuned v2</c:v>
          </c:tx>
          <c:spPr>
            <a:solidFill xmlns:a="http://schemas.openxmlformats.org/drawingml/2006/main">
              <a:srgbClr val="007F7F"/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'Chart Data'!$A$2:$A$22</c:f>
              <c:strCache>
                <c:ptCount val="21"/>
                <c:pt idx="0">
                  <c:v>25/01</c:v>
                </c:pt>
                <c:pt idx="1">
                  <c:v>25/02</c:v>
                </c:pt>
                <c:pt idx="2">
                  <c:v>25/03</c:v>
                </c:pt>
                <c:pt idx="3">
                  <c:v>25/04</c:v>
                </c:pt>
                <c:pt idx="4">
                  <c:v>25/05</c:v>
                </c:pt>
                <c:pt idx="5">
                  <c:v>25/06</c:v>
                </c:pt>
                <c:pt idx="6">
                  <c:v>25/07</c:v>
                </c:pt>
                <c:pt idx="7">
                  <c:v>25/08</c:v>
                </c:pt>
                <c:pt idx="8">
                  <c:v>25/09</c:v>
                </c:pt>
                <c:pt idx="9">
                  <c:v>25/10</c:v>
                </c:pt>
                <c:pt idx="10">
                  <c:v>25/11</c:v>
                </c:pt>
                <c:pt idx="11">
                  <c:v>25/12</c:v>
                </c:pt>
                <c:pt idx="12">
                  <c:v>26/01</c:v>
                </c:pt>
                <c:pt idx="13">
                  <c:v>26/02</c:v>
                </c:pt>
                <c:pt idx="14">
                  <c:v>26/03</c:v>
                </c:pt>
                <c:pt idx="15">
                  <c:v>26/04</c:v>
                </c:pt>
                <c:pt idx="16">
                  <c:v>26/05</c:v>
                </c:pt>
                <c:pt idx="17">
                  <c:v>26/06</c:v>
                </c:pt>
                <c:pt idx="18">
                  <c:v>26/07</c:v>
                </c:pt>
                <c:pt idx="19">
                  <c:v>26/08</c:v>
                </c:pt>
                <c:pt idx="20">
                  <c:v>26/09</c:v>
                </c:pt>
              </c:strCache>
            </c:str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0.044899</c:v>
                </c:pt>
                <c:pt idx="1">
                  <c:v>-0.03704967</c:v>
                </c:pt>
                <c:pt idx="2">
                  <c:v>-0.09068879</c:v>
                </c:pt>
                <c:pt idx="3">
                  <c:v>-0.05099339</c:v>
                </c:pt>
                <c:pt idx="4">
                  <c:v>0.05858987</c:v>
                </c:pt>
                <c:pt idx="5">
                  <c:v>0.11094876</c:v>
                </c:pt>
                <c:pt idx="6">
                  <c:v>0.10185843</c:v>
                </c:pt>
                <c:pt idx="7">
                  <c:v>0.21547359</c:v>
                </c:pt>
                <c:pt idx="8">
                  <c:v>0.00564798</c:v>
                </c:pt>
                <c:pt idx="9">
                  <c:v>0.23290628</c:v>
                </c:pt>
                <c:pt idx="10">
                  <c:v>-0.00575905</c:v>
                </c:pt>
                <c:pt idx="11">
                  <c:v>0.07385203</c:v>
                </c:pt>
                <c:pt idx="12">
                  <c:v>0.16027606</c:v>
                </c:pt>
                <c:pt idx="13">
                  <c:v>0.12311163</c:v>
                </c:pt>
                <c:pt idx="14">
                  <c:v>-0.00603134</c:v>
                </c:pt>
                <c:pt idx="15">
                  <c:v>0.39254702</c:v>
                </c:pt>
                <c:pt idx="16">
                  <c:v>0.17232388</c:v>
                </c:pt>
                <c:pt idx="17">
                  <c:v>0.02671611</c:v>
                </c:pt>
                <c:pt idx="18">
                  <c:v>-0.06920798</c:v>
                </c:pt>
                <c:pt idx="19">
                  <c:v>0.03689662</c:v>
                </c:pt>
                <c:pt idx="20">
                  <c:v>0.06069532</c:v>
                </c:pt>
              </c:numCache>
            </c:numRef>
          </c:val>
        </c:ser>
        <c:ser>
          <c:idx val="1"/>
          <c:order val="1"/>
          <c:tx>
            <c:v>v1</c:v>
          </c:tx>
          <c:spPr>
            <a:solidFill xmlns:a="http://schemas.openxmlformats.org/drawingml/2006/main">
              <a:srgbClr val="D17825"/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'Chart Data'!$C$2:$C$22</c:f>
              <c:strCache>
                <c:ptCount val="21"/>
                <c:pt idx="0">
                  <c:v>25/01</c:v>
                </c:pt>
                <c:pt idx="1">
                  <c:v>25/02</c:v>
                </c:pt>
                <c:pt idx="2">
                  <c:v>25/03</c:v>
                </c:pt>
                <c:pt idx="3">
                  <c:v>25/04</c:v>
                </c:pt>
                <c:pt idx="4">
                  <c:v>25/05</c:v>
                </c:pt>
                <c:pt idx="5">
                  <c:v>25/06</c:v>
                </c:pt>
                <c:pt idx="6">
                  <c:v>25/07</c:v>
                </c:pt>
                <c:pt idx="7">
                  <c:v>25/08</c:v>
                </c:pt>
                <c:pt idx="8">
                  <c:v>25/09</c:v>
                </c:pt>
                <c:pt idx="9">
                  <c:v>25/10</c:v>
                </c:pt>
                <c:pt idx="10">
                  <c:v>25/11</c:v>
                </c:pt>
                <c:pt idx="11">
                  <c:v>25/12</c:v>
                </c:pt>
                <c:pt idx="12">
                  <c:v>26/01</c:v>
                </c:pt>
                <c:pt idx="13">
                  <c:v>26/02</c:v>
                </c:pt>
                <c:pt idx="14">
                  <c:v>26/03</c:v>
                </c:pt>
                <c:pt idx="15">
                  <c:v>26/04</c:v>
                </c:pt>
                <c:pt idx="16">
                  <c:v>26/05</c:v>
                </c:pt>
                <c:pt idx="17">
                  <c:v>26/06</c:v>
                </c:pt>
                <c:pt idx="18">
                  <c:v>26/07</c:v>
                </c:pt>
                <c:pt idx="19">
                  <c:v>26/08</c:v>
                </c:pt>
                <c:pt idx="20">
                  <c:v>26/09</c:v>
                </c:pt>
              </c:strCache>
            </c:strRef>
          </c:cat>
          <c:val>
            <c:numRef>
              <c:f>'Chart Data'!$D$2:$D$22</c:f>
              <c:numCache>
                <c:formatCode>0%</c:formatCode>
                <c:ptCount val="21"/>
                <c:pt idx="0">
                  <c:v>0.03100657</c:v>
                </c:pt>
                <c:pt idx="1">
                  <c:v>-0.03469399</c:v>
                </c:pt>
                <c:pt idx="2">
                  <c:v>-0.08398459</c:v>
                </c:pt>
                <c:pt idx="3">
                  <c:v>-0.05036116</c:v>
                </c:pt>
                <c:pt idx="4">
                  <c:v>0.05649183</c:v>
                </c:pt>
                <c:pt idx="5">
                  <c:v>0.08102394</c:v>
                </c:pt>
                <c:pt idx="6">
                  <c:v>0.11374093</c:v>
                </c:pt>
                <c:pt idx="7">
                  <c:v>0.19521794</c:v>
                </c:pt>
                <c:pt idx="8">
                  <c:v>0.004586</c:v>
                </c:pt>
                <c:pt idx="9">
                  <c:v>0.20436386</c:v>
                </c:pt>
                <c:pt idx="10">
                  <c:v>-0.00314175</c:v>
                </c:pt>
                <c:pt idx="11">
                  <c:v>0.03720627</c:v>
                </c:pt>
                <c:pt idx="12">
                  <c:v>0.21450556</c:v>
                </c:pt>
                <c:pt idx="13">
                  <c:v>0.11190023</c:v>
                </c:pt>
                <c:pt idx="14">
                  <c:v>-0.00731524</c:v>
                </c:pt>
                <c:pt idx="15">
                  <c:v>0.3849261</c:v>
                </c:pt>
                <c:pt idx="16">
                  <c:v>0.10818201</c:v>
                </c:pt>
                <c:pt idx="17">
                  <c:v>0.02927604</c:v>
                </c:pt>
                <c:pt idx="18">
                  <c:v>-0.11415629</c:v>
                </c:pt>
                <c:pt idx="19">
                  <c:v>0.09562898</c:v>
                </c:pt>
                <c:pt idx="20">
                  <c:v>0.02880956</c:v>
                </c:pt>
              </c:numCache>
            </c:numRef>
          </c:val>
        </c:ser>
        <c:ser>
          <c:idx val="2"/>
          <c:order val="2"/>
          <c:tx>
            <c:v>0050</c:v>
          </c:tx>
          <c:spPr>
            <a:solidFill xmlns:a="http://schemas.openxmlformats.org/drawingml/2006/main">
              <a:srgbClr val="7A75CE"/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'Chart Data'!$E$2:$E$22</c:f>
              <c:strCache>
                <c:ptCount val="21"/>
                <c:pt idx="0">
                  <c:v>25/01</c:v>
                </c:pt>
                <c:pt idx="1">
                  <c:v>25/02</c:v>
                </c:pt>
                <c:pt idx="2">
                  <c:v>25/03</c:v>
                </c:pt>
                <c:pt idx="3">
                  <c:v>25/04</c:v>
                </c:pt>
                <c:pt idx="4">
                  <c:v>25/05</c:v>
                </c:pt>
                <c:pt idx="5">
                  <c:v>25/06</c:v>
                </c:pt>
                <c:pt idx="6">
                  <c:v>25/07</c:v>
                </c:pt>
                <c:pt idx="7">
                  <c:v>25/08</c:v>
                </c:pt>
                <c:pt idx="8">
                  <c:v>25/09</c:v>
                </c:pt>
                <c:pt idx="9">
                  <c:v>25/10</c:v>
                </c:pt>
                <c:pt idx="10">
                  <c:v>25/11</c:v>
                </c:pt>
                <c:pt idx="11">
                  <c:v>25/12</c:v>
                </c:pt>
                <c:pt idx="12">
                  <c:v>26/01</c:v>
                </c:pt>
                <c:pt idx="13">
                  <c:v>26/02</c:v>
                </c:pt>
                <c:pt idx="14">
                  <c:v>26/03</c:v>
                </c:pt>
                <c:pt idx="15">
                  <c:v>26/04</c:v>
                </c:pt>
                <c:pt idx="16">
                  <c:v>26/05</c:v>
                </c:pt>
                <c:pt idx="17">
                  <c:v>26/06</c:v>
                </c:pt>
                <c:pt idx="18">
                  <c:v>26/07</c:v>
                </c:pt>
                <c:pt idx="19">
                  <c:v>26/08</c:v>
                </c:pt>
                <c:pt idx="20">
                  <c:v>26/09</c:v>
                </c:pt>
              </c:strCache>
            </c:strRef>
          </c:cat>
          <c:val>
            <c:numRef>
              <c:f>'Chart Data'!$F$2:$F$22</c:f>
              <c:numCache>
                <c:formatCode>0%</c:formatCode>
                <c:ptCount val="21"/>
                <c:pt idx="0">
                  <c:v>0.03206921</c:v>
                </c:pt>
                <c:pt idx="1">
                  <c:v>-0.03953767</c:v>
                </c:pt>
                <c:pt idx="2">
                  <c:v>-0.09238789</c:v>
                </c:pt>
                <c:pt idx="3">
                  <c:v>-0.02138923</c:v>
                </c:pt>
                <c:pt idx="4">
                  <c:v>0.05872355</c:v>
                </c:pt>
                <c:pt idx="5">
                  <c:v>0.06810179</c:v>
                </c:pt>
                <c:pt idx="6">
                  <c:v>0.05942826</c:v>
                </c:pt>
                <c:pt idx="7">
                  <c:v>0.01670532</c:v>
                </c:pt>
                <c:pt idx="8">
                  <c:v>0.0916667</c:v>
                </c:pt>
                <c:pt idx="9">
                  <c:v>0.11011097</c:v>
                </c:pt>
                <c:pt idx="10">
                  <c:v>-0.03425239</c:v>
                </c:pt>
                <c:pt idx="11">
                  <c:v>0.0480285</c:v>
                </c:pt>
                <c:pt idx="12">
                  <c:v>0.09870536</c:v>
                </c:pt>
                <c:pt idx="13">
                  <c:v>0.10973053</c:v>
                </c:pt>
                <c:pt idx="14">
                  <c:v>-0.10177157</c:v>
                </c:pt>
                <c:pt idx="15">
                  <c:v>0.23368652</c:v>
                </c:pt>
                <c:pt idx="16">
                  <c:v>0.15550291</c:v>
                </c:pt>
                <c:pt idx="17">
                  <c:v>0.02167668</c:v>
                </c:pt>
                <c:pt idx="18">
                  <c:v>-0.04375959</c:v>
                </c:pt>
                <c:pt idx="19">
                  <c:v>0.03143256</c:v>
                </c:pt>
                <c:pt idx="20">
                  <c:v>0.06932981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E2E7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Full tuned v2</c:v>
          </c:tx>
          <c:spPr>
            <a:solidFill xmlns:a="http://schemas.openxmlformats.org/drawingml/2006/main">
              <a:srgbClr val="007F7F"/>
            </a:solidFill>
            <a:ln xmlns:a="http://schemas.openxmlformats.org/drawingml/2006/main" w="0">
              <a:noFill/>
            </a:ln>
          </c:spPr>
          <c:cat>
            <c:strRef>
              <c:f>'Chart Data'!$A$2:$A$22</c:f>
              <c:strCache>
                <c:ptCount val="21"/>
                <c:pt idx="0">
                  <c:v>25/01</c:v>
                </c:pt>
                <c:pt idx="1">
                  <c:v>25/02</c:v>
                </c:pt>
                <c:pt idx="2">
                  <c:v>25/03</c:v>
                </c:pt>
                <c:pt idx="3">
                  <c:v>25/04</c:v>
                </c:pt>
                <c:pt idx="4">
                  <c:v>25/05</c:v>
                </c:pt>
                <c:pt idx="5">
                  <c:v>25/06</c:v>
                </c:pt>
                <c:pt idx="6">
                  <c:v>25/07</c:v>
                </c:pt>
                <c:pt idx="7">
                  <c:v>25/08</c:v>
                </c:pt>
                <c:pt idx="8">
                  <c:v>25/09</c:v>
                </c:pt>
                <c:pt idx="9">
                  <c:v>25/10</c:v>
                </c:pt>
                <c:pt idx="10">
                  <c:v>25/11</c:v>
                </c:pt>
                <c:pt idx="11">
                  <c:v>25/12</c:v>
                </c:pt>
                <c:pt idx="12">
                  <c:v>26/01</c:v>
                </c:pt>
                <c:pt idx="13">
                  <c:v>26/02</c:v>
                </c:pt>
                <c:pt idx="14">
                  <c:v>26/03</c:v>
                </c:pt>
                <c:pt idx="15">
                  <c:v>26/04</c:v>
                </c:pt>
                <c:pt idx="16">
                  <c:v>26/05</c:v>
                </c:pt>
                <c:pt idx="17">
                  <c:v>26/06</c:v>
                </c:pt>
                <c:pt idx="18">
                  <c:v>26/07</c:v>
                </c:pt>
                <c:pt idx="19">
                  <c:v>26/08</c:v>
                </c:pt>
                <c:pt idx="20">
                  <c:v>26/09</c:v>
                </c:pt>
              </c:strCache>
            </c:str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0.04609673</c:v>
                </c:pt>
                <c:pt idx="1">
                  <c:v>0.04378732</c:v>
                </c:pt>
                <c:pt idx="2">
                  <c:v>0.09068879</c:v>
                </c:pt>
                <c:pt idx="3">
                  <c:v>0.17121672</c:v>
                </c:pt>
                <c:pt idx="4">
                  <c:v>0.01407247</c:v>
                </c:pt>
                <c:pt idx="5">
                  <c:v>0.00667039</c:v>
                </c:pt>
                <c:pt idx="6">
                  <c:v>0.02226816</c:v>
                </c:pt>
                <c:pt idx="7">
                  <c:v>0.0746702</c:v>
                </c:pt>
                <c:pt idx="8">
                  <c:v>0.05704674</c:v>
                </c:pt>
                <c:pt idx="9">
                  <c:v>0.03437069</c:v>
                </c:pt>
                <c:pt idx="10">
                  <c:v>0.09498975</c:v>
                </c:pt>
                <c:pt idx="11">
                  <c:v>0.04036233</c:v>
                </c:pt>
                <c:pt idx="12">
                  <c:v>0.01836898</c:v>
                </c:pt>
                <c:pt idx="13">
                  <c:v>0.06157629</c:v>
                </c:pt>
                <c:pt idx="14">
                  <c:v>0.09547042</c:v>
                </c:pt>
                <c:pt idx="15">
                  <c:v>0.03803807</c:v>
                </c:pt>
                <c:pt idx="16">
                  <c:v>0.08271282</c:v>
                </c:pt>
                <c:pt idx="17">
                  <c:v>0.10852849</c:v>
                </c:pt>
                <c:pt idx="18">
                  <c:v>0.1180633</c:v>
                </c:pt>
                <c:pt idx="19">
                  <c:v>0.01598413</c:v>
                </c:pt>
                <c:pt idx="20">
                  <c:v>0.02848168</c:v>
                </c:pt>
              </c:numCache>
            </c:numRef>
          </c:val>
        </c:ser>
        <c:ser>
          <c:idx val="1"/>
          <c:order val="1"/>
          <c:tx>
            <c:v>v1</c:v>
          </c:tx>
          <c:spPr>
            <a:solidFill xmlns:a="http://schemas.openxmlformats.org/drawingml/2006/main">
              <a:srgbClr val="D17825"/>
            </a:solidFill>
            <a:ln xmlns:a="http://schemas.openxmlformats.org/drawingml/2006/main" w="0">
              <a:noFill/>
            </a:ln>
          </c:spPr>
          <c:cat>
            <c:strRef>
              <c:f>'Chart Data'!$C$2:$C$22</c:f>
              <c:strCache>
                <c:ptCount val="21"/>
                <c:pt idx="0">
                  <c:v>25/01</c:v>
                </c:pt>
                <c:pt idx="1">
                  <c:v>25/02</c:v>
                </c:pt>
                <c:pt idx="2">
                  <c:v>25/03</c:v>
                </c:pt>
                <c:pt idx="3">
                  <c:v>25/04</c:v>
                </c:pt>
                <c:pt idx="4">
                  <c:v>25/05</c:v>
                </c:pt>
                <c:pt idx="5">
                  <c:v>25/06</c:v>
                </c:pt>
                <c:pt idx="6">
                  <c:v>25/07</c:v>
                </c:pt>
                <c:pt idx="7">
                  <c:v>25/08</c:v>
                </c:pt>
                <c:pt idx="8">
                  <c:v>25/09</c:v>
                </c:pt>
                <c:pt idx="9">
                  <c:v>25/10</c:v>
                </c:pt>
                <c:pt idx="10">
                  <c:v>25/11</c:v>
                </c:pt>
                <c:pt idx="11">
                  <c:v>25/12</c:v>
                </c:pt>
                <c:pt idx="12">
                  <c:v>26/01</c:v>
                </c:pt>
                <c:pt idx="13">
                  <c:v>26/02</c:v>
                </c:pt>
                <c:pt idx="14">
                  <c:v>26/03</c:v>
                </c:pt>
                <c:pt idx="15">
                  <c:v>26/04</c:v>
                </c:pt>
                <c:pt idx="16">
                  <c:v>26/05</c:v>
                </c:pt>
                <c:pt idx="17">
                  <c:v>26/06</c:v>
                </c:pt>
                <c:pt idx="18">
                  <c:v>26/07</c:v>
                </c:pt>
                <c:pt idx="19">
                  <c:v>26/08</c:v>
                </c:pt>
                <c:pt idx="20">
                  <c:v>26/09</c:v>
                </c:pt>
              </c:strCache>
            </c:strRef>
          </c:cat>
          <c:val>
            <c:numRef>
              <c:f>'Chart Data'!$D$2:$D$22</c:f>
              <c:numCache>
                <c:formatCode>0%</c:formatCode>
                <c:ptCount val="21"/>
                <c:pt idx="0">
                  <c:v>0.05008874</c:v>
                </c:pt>
                <c:pt idx="1">
                  <c:v>0.05491923</c:v>
                </c:pt>
                <c:pt idx="2">
                  <c:v>0.08398459</c:v>
                </c:pt>
                <c:pt idx="3">
                  <c:v>0.13231798</c:v>
                </c:pt>
                <c:pt idx="4">
                  <c:v>0.01505623</c:v>
                </c:pt>
                <c:pt idx="5">
                  <c:v>0.01407603</c:v>
                </c:pt>
                <c:pt idx="6">
                  <c:v>0.03070094</c:v>
                </c:pt>
                <c:pt idx="7">
                  <c:v>0.07056666</c:v>
                </c:pt>
                <c:pt idx="8">
                  <c:v>0.05230362</c:v>
                </c:pt>
                <c:pt idx="9">
                  <c:v>0.03411343</c:v>
                </c:pt>
                <c:pt idx="10">
                  <c:v>0.08170108</c:v>
                </c:pt>
                <c:pt idx="11">
                  <c:v>0.0555322</c:v>
                </c:pt>
                <c:pt idx="12">
                  <c:v>0.01297345</c:v>
                </c:pt>
                <c:pt idx="13">
                  <c:v>0.06255379</c:v>
                </c:pt>
                <c:pt idx="14">
                  <c:v>0.11466662</c:v>
                </c:pt>
                <c:pt idx="15">
                  <c:v>0.03419725</c:v>
                </c:pt>
                <c:pt idx="16">
                  <c:v>0.09244224</c:v>
                </c:pt>
                <c:pt idx="17">
                  <c:v>0.0983061</c:v>
                </c:pt>
                <c:pt idx="18">
                  <c:v>0.18075876</c:v>
                </c:pt>
                <c:pt idx="19">
                  <c:v>0.01193006</c:v>
                </c:pt>
                <c:pt idx="20">
                  <c:v>0.03676326</c:v>
                </c:pt>
              </c:numCache>
            </c:numRef>
          </c:val>
        </c:ser>
        <c:ser>
          <c:idx val="2"/>
          <c:order val="2"/>
          <c:tx>
            <c:v>0050</c:v>
          </c:tx>
          <c:spPr>
            <a:solidFill xmlns:a="http://schemas.openxmlformats.org/drawingml/2006/main">
              <a:srgbClr val="7A75CE"/>
            </a:solidFill>
            <a:ln xmlns:a="http://schemas.openxmlformats.org/drawingml/2006/main" w="0">
              <a:noFill/>
            </a:ln>
          </c:spPr>
          <c:cat>
            <c:strRef>
              <c:f>'Chart Data'!$E$2:$E$22</c:f>
              <c:strCache>
                <c:ptCount val="21"/>
                <c:pt idx="0">
                  <c:v>25/01</c:v>
                </c:pt>
                <c:pt idx="1">
                  <c:v>25/02</c:v>
                </c:pt>
                <c:pt idx="2">
                  <c:v>25/03</c:v>
                </c:pt>
                <c:pt idx="3">
                  <c:v>25/04</c:v>
                </c:pt>
                <c:pt idx="4">
                  <c:v>25/05</c:v>
                </c:pt>
                <c:pt idx="5">
                  <c:v>25/06</c:v>
                </c:pt>
                <c:pt idx="6">
                  <c:v>25/07</c:v>
                </c:pt>
                <c:pt idx="7">
                  <c:v>25/08</c:v>
                </c:pt>
                <c:pt idx="8">
                  <c:v>25/09</c:v>
                </c:pt>
                <c:pt idx="9">
                  <c:v>25/10</c:v>
                </c:pt>
                <c:pt idx="10">
                  <c:v>25/11</c:v>
                </c:pt>
                <c:pt idx="11">
                  <c:v>25/12</c:v>
                </c:pt>
                <c:pt idx="12">
                  <c:v>26/01</c:v>
                </c:pt>
                <c:pt idx="13">
                  <c:v>26/02</c:v>
                </c:pt>
                <c:pt idx="14">
                  <c:v>26/03</c:v>
                </c:pt>
                <c:pt idx="15">
                  <c:v>26/04</c:v>
                </c:pt>
                <c:pt idx="16">
                  <c:v>26/05</c:v>
                </c:pt>
                <c:pt idx="17">
                  <c:v>26/06</c:v>
                </c:pt>
                <c:pt idx="18">
                  <c:v>26/07</c:v>
                </c:pt>
                <c:pt idx="19">
                  <c:v>26/08</c:v>
                </c:pt>
                <c:pt idx="20">
                  <c:v>26/09</c:v>
                </c:pt>
              </c:strCache>
            </c:strRef>
          </c:cat>
          <c:val>
            <c:numRef>
              <c:f>'Chart Data'!$F$2:$F$22</c:f>
              <c:numCache>
                <c:formatCode>0%</c:formatCode>
                <c:ptCount val="21"/>
                <c:pt idx="0">
                  <c:v>0.04564129</c:v>
                </c:pt>
                <c:pt idx="1">
                  <c:v>0.03953767</c:v>
                </c:pt>
                <c:pt idx="2">
                  <c:v>0.09238789</c:v>
                </c:pt>
                <c:pt idx="3">
                  <c:v>0.15234908</c:v>
                </c:pt>
                <c:pt idx="4">
                  <c:v>0.02220894</c:v>
                </c:pt>
                <c:pt idx="5">
                  <c:v>0.01915207</c:v>
                </c:pt>
                <c:pt idx="6">
                  <c:v>0.01775318</c:v>
                </c:pt>
                <c:pt idx="7">
                  <c:v>0.02812425</c:v>
                </c:pt>
                <c:pt idx="8">
                  <c:v>0.01881818</c:v>
                </c:pt>
                <c:pt idx="9">
                  <c:v>0.01492133</c:v>
                </c:pt>
                <c:pt idx="10">
                  <c:v>0.07421347</c:v>
                </c:pt>
                <c:pt idx="11">
                  <c:v>0.03099407</c:v>
                </c:pt>
                <c:pt idx="12">
                  <c:v>0.02012119</c:v>
                </c:pt>
                <c:pt idx="13">
                  <c:v>0.01411738</c:v>
                </c:pt>
                <c:pt idx="14">
                  <c:v>0.10177157</c:v>
                </c:pt>
                <c:pt idx="15">
                  <c:v>0.02542765</c:v>
                </c:pt>
                <c:pt idx="16">
                  <c:v>0.05047654</c:v>
                </c:pt>
                <c:pt idx="17">
                  <c:v>0.06911763</c:v>
                </c:pt>
                <c:pt idx="18">
                  <c:v>0.13822494</c:v>
                </c:pt>
                <c:pt idx="19">
                  <c:v>0.03213764</c:v>
                </c:pt>
                <c:pt idx="20">
                  <c:v>0.03167905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E2E7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Full tuned v2</c:v>
          </c:tx>
          <c:spPr>
            <a:ln xmlns:a="http://schemas.openxmlformats.org/drawingml/2006/main" w="28575">
              <a:solidFill>
                <a:srgbClr val="007F7F"/>
              </a:solidFill>
            </a:ln>
          </c:spPr>
          <c:marker>
            <c:symbol val="none"/>
          </c:marker>
          <c:cat>
            <c:strRef>
              <c:f>'Chart Data'!$A$2:$A$23</c:f>
              <c:strCache>
                <c:ptCount val="22"/>
                <c:pt idx="0">
                  <c:v>24/12</c:v>
                </c:pt>
                <c:pt idx="1">
                  <c:v>25/01</c:v>
                </c:pt>
                <c:pt idx="2">
                  <c:v>25/02</c:v>
                </c:pt>
                <c:pt idx="3">
                  <c:v>25/03</c:v>
                </c:pt>
                <c:pt idx="4">
                  <c:v>25/04</c:v>
                </c:pt>
                <c:pt idx="5">
                  <c:v>25/05</c:v>
                </c:pt>
                <c:pt idx="6">
                  <c:v>25/06</c:v>
                </c:pt>
                <c:pt idx="7">
                  <c:v>25/07</c:v>
                </c:pt>
                <c:pt idx="8">
                  <c:v>25/08</c:v>
                </c:pt>
                <c:pt idx="9">
                  <c:v>25/09</c:v>
                </c:pt>
                <c:pt idx="10">
                  <c:v>25/10</c:v>
                </c:pt>
                <c:pt idx="11">
                  <c:v>25/11</c:v>
                </c:pt>
                <c:pt idx="12">
                  <c:v>25/12</c:v>
                </c:pt>
                <c:pt idx="13">
                  <c:v>26/01</c:v>
                </c:pt>
                <c:pt idx="14">
                  <c:v>26/02</c:v>
                </c:pt>
                <c:pt idx="15">
                  <c:v>26/03</c:v>
                </c:pt>
                <c:pt idx="16">
                  <c:v>26/04</c:v>
                </c:pt>
                <c:pt idx="17">
                  <c:v>26/05</c:v>
                </c:pt>
                <c:pt idx="18">
                  <c:v>26/06</c:v>
                </c:pt>
                <c:pt idx="19">
                  <c:v>26/07</c:v>
                </c:pt>
                <c:pt idx="20">
                  <c:v>26/08</c:v>
                </c:pt>
                <c:pt idx="21">
                  <c:v>26/09</c:v>
                </c:pt>
              </c:strCache>
            </c:strRef>
          </c:cat>
          <c:val>
            <c:numRef>
              <c:f>'Chart Data'!$B$2:$B$23</c:f>
              <c:numCache>
                <c:formatCode>0.0"×"</c:formatCode>
                <c:ptCount val="22"/>
                <c:pt idx="0">
                  <c:v>1</c:v>
                </c:pt>
                <c:pt idx="1">
                  <c:v>1.00837456</c:v>
                </c:pt>
                <c:pt idx="2">
                  <c:v>0.9802532</c:v>
                </c:pt>
                <c:pt idx="3">
                  <c:v>0.91770018</c:v>
                </c:pt>
                <c:pt idx="4">
                  <c:v>0.87164159</c:v>
                </c:pt>
                <c:pt idx="5">
                  <c:v>0.91160436</c:v>
                </c:pt>
                <c:pt idx="6">
                  <c:v>0.93751691</c:v>
                </c:pt>
                <c:pt idx="7">
                  <c:v>1.02463169</c:v>
                </c:pt>
                <c:pt idx="8">
                  <c:v>1.16887255</c:v>
                </c:pt>
                <c:pt idx="9">
                  <c:v>1.21917665</c:v>
                </c:pt>
                <c:pt idx="10">
                  <c:v>1.38036569</c:v>
                </c:pt>
                <c:pt idx="11">
                  <c:v>1.39407596</c:v>
                </c:pt>
                <c:pt idx="12">
                  <c:v>1.45852104</c:v>
                </c:pt>
                <c:pt idx="13">
                  <c:v>1.57327423</c:v>
                </c:pt>
                <c:pt idx="14">
                  <c:v>1.73033099</c:v>
                </c:pt>
                <c:pt idx="15">
                  <c:v>1.72492435</c:v>
                </c:pt>
                <c:pt idx="16">
                  <c:v>2.30200396</c:v>
                </c:pt>
                <c:pt idx="17">
                  <c:v>2.49529013</c:v>
                </c:pt>
                <c:pt idx="18">
                  <c:v>2.52991037</c:v>
                </c:pt>
                <c:pt idx="19">
                  <c:v>2.30409682</c:v>
                </c:pt>
                <c:pt idx="20">
                  <c:v>2.54074947</c:v>
                </c:pt>
                <c:pt idx="21">
                  <c:v>2.63939621</c:v>
                </c:pt>
              </c:numCache>
            </c:numRef>
          </c:val>
          <c:smooth val="0"/>
        </c:ser>
        <c:ser>
          <c:idx val="1"/>
          <c:order val="1"/>
          <c:tx>
            <c:v>v1</c:v>
          </c:tx>
          <c:spPr>
            <a:ln xmlns:a="http://schemas.openxmlformats.org/drawingml/2006/main" w="28575">
              <a:solidFill>
                <a:srgbClr val="D17825"/>
              </a:solidFill>
            </a:ln>
          </c:spPr>
          <c:marker>
            <c:symbol val="none"/>
          </c:marker>
          <c:cat>
            <c:strRef>
              <c:f>'Chart Data'!$C$2:$C$23</c:f>
              <c:strCache>
                <c:ptCount val="22"/>
                <c:pt idx="0">
                  <c:v>24/12</c:v>
                </c:pt>
                <c:pt idx="1">
                  <c:v>25/01</c:v>
                </c:pt>
                <c:pt idx="2">
                  <c:v>25/02</c:v>
                </c:pt>
                <c:pt idx="3">
                  <c:v>25/03</c:v>
                </c:pt>
                <c:pt idx="4">
                  <c:v>25/04</c:v>
                </c:pt>
                <c:pt idx="5">
                  <c:v>25/05</c:v>
                </c:pt>
                <c:pt idx="6">
                  <c:v>25/06</c:v>
                </c:pt>
                <c:pt idx="7">
                  <c:v>25/07</c:v>
                </c:pt>
                <c:pt idx="8">
                  <c:v>25/08</c:v>
                </c:pt>
                <c:pt idx="9">
                  <c:v>25/09</c:v>
                </c:pt>
                <c:pt idx="10">
                  <c:v>25/10</c:v>
                </c:pt>
                <c:pt idx="11">
                  <c:v>25/11</c:v>
                </c:pt>
                <c:pt idx="12">
                  <c:v>25/12</c:v>
                </c:pt>
                <c:pt idx="13">
                  <c:v>26/01</c:v>
                </c:pt>
                <c:pt idx="14">
                  <c:v>26/02</c:v>
                </c:pt>
                <c:pt idx="15">
                  <c:v>26/03</c:v>
                </c:pt>
                <c:pt idx="16">
                  <c:v>26/04</c:v>
                </c:pt>
                <c:pt idx="17">
                  <c:v>26/05</c:v>
                </c:pt>
                <c:pt idx="18">
                  <c:v>26/06</c:v>
                </c:pt>
                <c:pt idx="19">
                  <c:v>26/07</c:v>
                </c:pt>
                <c:pt idx="20">
                  <c:v>26/08</c:v>
                </c:pt>
                <c:pt idx="21">
                  <c:v>26/09</c:v>
                </c:pt>
              </c:strCache>
            </c:strRef>
          </c:cat>
          <c:val>
            <c:numRef>
              <c:f>'Chart Data'!$D$2:$D$23</c:f>
              <c:numCache>
                <c:formatCode>0.0"×"</c:formatCode>
                <c:ptCount val="22"/>
                <c:pt idx="0">
                  <c:v>1</c:v>
                </c:pt>
                <c:pt idx="1">
                  <c:v>1.00305177</c:v>
                </c:pt>
                <c:pt idx="2">
                  <c:v>0.97877524</c:v>
                </c:pt>
                <c:pt idx="3">
                  <c:v>0.90860299</c:v>
                </c:pt>
                <c:pt idx="4">
                  <c:v>0.87787878</c:v>
                </c:pt>
                <c:pt idx="5">
                  <c:v>0.91538221</c:v>
                </c:pt>
                <c:pt idx="6">
                  <c:v>0.97541272</c:v>
                </c:pt>
                <c:pt idx="7">
                  <c:v>1.05799333</c:v>
                </c:pt>
                <c:pt idx="8">
                  <c:v>1.19299654</c:v>
                </c:pt>
                <c:pt idx="9">
                  <c:v>1.21706779</c:v>
                </c:pt>
                <c:pt idx="10">
                  <c:v>1.37998025</c:v>
                </c:pt>
                <c:pt idx="11">
                  <c:v>1.39152577</c:v>
                </c:pt>
                <c:pt idx="12">
                  <c:v>1.4403121</c:v>
                </c:pt>
                <c:pt idx="13">
                  <c:v>1.57333044</c:v>
                </c:pt>
                <c:pt idx="14">
                  <c:v>1.68462356</c:v>
                </c:pt>
                <c:pt idx="15">
                  <c:v>1.60779346</c:v>
                </c:pt>
                <c:pt idx="16">
                  <c:v>2.26100324</c:v>
                </c:pt>
                <c:pt idx="17">
                  <c:v>2.50844646</c:v>
                </c:pt>
                <c:pt idx="18">
                  <c:v>2.54222447</c:v>
                </c:pt>
                <c:pt idx="19">
                  <c:v>2.32995257</c:v>
                </c:pt>
                <c:pt idx="20">
                  <c:v>2.69986697</c:v>
                </c:pt>
                <c:pt idx="21">
                  <c:v>2.73544255</c:v>
                </c:pt>
              </c:numCache>
            </c:numRef>
          </c:val>
          <c:smooth val="0"/>
        </c:ser>
        <c:ser>
          <c:idx val="2"/>
          <c:order val="2"/>
          <c:tx>
            <c:v>0050</c:v>
          </c:tx>
          <c:spPr>
            <a:ln xmlns:a="http://schemas.openxmlformats.org/drawingml/2006/main" w="28575">
              <a:solidFill>
                <a:srgbClr val="7A75CE"/>
              </a:solidFill>
            </a:ln>
          </c:spPr>
          <c:marker>
            <c:symbol val="none"/>
          </c:marker>
          <c:cat>
            <c:strRef>
              <c:f>'Chart Data'!$E$2:$E$23</c:f>
              <c:strCache>
                <c:ptCount val="22"/>
                <c:pt idx="0">
                  <c:v>24/12</c:v>
                </c:pt>
                <c:pt idx="1">
                  <c:v>25/01</c:v>
                </c:pt>
                <c:pt idx="2">
                  <c:v>25/02</c:v>
                </c:pt>
                <c:pt idx="3">
                  <c:v>25/03</c:v>
                </c:pt>
                <c:pt idx="4">
                  <c:v>25/04</c:v>
                </c:pt>
                <c:pt idx="5">
                  <c:v>25/05</c:v>
                </c:pt>
                <c:pt idx="6">
                  <c:v>25/06</c:v>
                </c:pt>
                <c:pt idx="7">
                  <c:v>25/07</c:v>
                </c:pt>
                <c:pt idx="8">
                  <c:v>25/08</c:v>
                </c:pt>
                <c:pt idx="9">
                  <c:v>25/09</c:v>
                </c:pt>
                <c:pt idx="10">
                  <c:v>25/10</c:v>
                </c:pt>
                <c:pt idx="11">
                  <c:v>25/11</c:v>
                </c:pt>
                <c:pt idx="12">
                  <c:v>25/12</c:v>
                </c:pt>
                <c:pt idx="13">
                  <c:v>26/01</c:v>
                </c:pt>
                <c:pt idx="14">
                  <c:v>26/02</c:v>
                </c:pt>
                <c:pt idx="15">
                  <c:v>26/03</c:v>
                </c:pt>
                <c:pt idx="16">
                  <c:v>26/04</c:v>
                </c:pt>
                <c:pt idx="17">
                  <c:v>26/05</c:v>
                </c:pt>
                <c:pt idx="18">
                  <c:v>26/06</c:v>
                </c:pt>
                <c:pt idx="19">
                  <c:v>26/07</c:v>
                </c:pt>
                <c:pt idx="20">
                  <c:v>26/08</c:v>
                </c:pt>
                <c:pt idx="21">
                  <c:v>26/09</c:v>
                </c:pt>
              </c:strCache>
            </c:strRef>
          </c:cat>
          <c:val>
            <c:numRef>
              <c:f>'Chart Data'!$F$2:$F$23</c:f>
              <c:numCache>
                <c:formatCode>0.0"×"</c:formatCode>
                <c:ptCount val="22"/>
                <c:pt idx="0">
                  <c:v>1</c:v>
                </c:pt>
                <c:pt idx="1">
                  <c:v>1.03206921</c:v>
                </c:pt>
                <c:pt idx="2">
                  <c:v>0.99126359</c:v>
                </c:pt>
                <c:pt idx="3">
                  <c:v>0.89968284</c:v>
                </c:pt>
                <c:pt idx="4">
                  <c:v>0.88043932</c:v>
                </c:pt>
                <c:pt idx="5">
                  <c:v>0.93214184</c:v>
                </c:pt>
                <c:pt idx="6">
                  <c:v>0.99562237</c:v>
                </c:pt>
                <c:pt idx="7">
                  <c:v>1.05479048</c:v>
                </c:pt>
                <c:pt idx="8">
                  <c:v>1.07241109</c:v>
                </c:pt>
                <c:pt idx="9">
                  <c:v>1.17071548</c:v>
                </c:pt>
                <c:pt idx="10">
                  <c:v>1.29962409</c:v>
                </c:pt>
                <c:pt idx="11">
                  <c:v>1.25510886</c:v>
                </c:pt>
                <c:pt idx="12">
                  <c:v>1.31538986</c:v>
                </c:pt>
                <c:pt idx="13">
                  <c:v>1.44522589</c:v>
                </c:pt>
                <c:pt idx="14">
                  <c:v>1.60381129</c:v>
                </c:pt>
                <c:pt idx="15">
                  <c:v>1.44058889</c:v>
                </c:pt>
                <c:pt idx="16">
                  <c:v>1.77723509</c:v>
                </c:pt>
                <c:pt idx="17">
                  <c:v>2.05360032</c:v>
                </c:pt>
                <c:pt idx="18">
                  <c:v>2.09811555</c:v>
                </c:pt>
                <c:pt idx="19">
                  <c:v>2.00630286</c:v>
                </c:pt>
                <c:pt idx="20">
                  <c:v>2.06936609</c:v>
                </c:pt>
                <c:pt idx="21">
                  <c:v>2.21283484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2E7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本金倍數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.0&quot;×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963FF-1FC0-4BED-9457-98C0CF7D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57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Full tuned 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A946B-8AE2-4650-AE16-E12B377F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3300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趨勢動能策略與完整回測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F8252-F386-4B74-B4FA-8B896E73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1E2E8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D1E2E8"/>
                </a:solidFill>
                <a:latin typeface="Heiti TC"/>
                <a:ea typeface="Heiti TC"/>
                <a:cs typeface="Heiti TC"/>
              </a:rPr>
              <a:t>2025.01.02 至 2026.09.21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AD104-2F31-4378-982B-458BDC7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1E2E8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D1E2E8"/>
                </a:solidFill>
                <a:latin typeface="Heiti TC"/>
                <a:ea typeface="Heiti TC"/>
                <a:cs typeface="Heiti TC"/>
              </a:rPr>
              <a:t>固定參數　每日產單　官方規則檢查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C282D-A36F-4D14-9383-ABF72F55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1E2E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D1E2E8"/>
                </a:solidFill>
                <a:latin typeface="Heiti TC"/>
                <a:ea typeface="Heiti TC"/>
                <a:cs typeface="Heiti TC"/>
              </a:rPr>
              <a:t>研究結果已核對；正式送件仍需外部證據</a:t>
            </a:r>
          </a:p>
        </p:txBody>
      </p:sp>
    </p:spTree>
    <p:extLst>
      <p:ext uri="{BB962C8B-B14F-4D97-AF65-F5344CB8AC3E}">
        <p14:creationId xmlns:p14="http://schemas.microsoft.com/office/powerpoint/2010/main" val="483336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9F97E-09C8-4C0D-B59D-1563756F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比賽限制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01206-724E-443F-818E-0BC2FC52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官方 150 檔是目前可用名單；回溯 2025 年另有成分股前視偏誤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109347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696200"/>
              </a:tblGrid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項目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限制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持股檔數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20–30 檔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一般單股／台積電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≤10% ／ ≤25%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現金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非負，且嚴格低於 25%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委託／成交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整張 1,000 股；次日官方均價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Active Share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對指定 30 ETF，門檻 ≥20%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每日送件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08:55 前，無交易也交報告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838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0F505-FA38-4F8E-B13A-DD3A3567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選股與換股策略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D0865-2C6C-494A-93CB-14F1CED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v2 A 核心；本輪沒有加入板塊、美股濾網或 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9D6C0-B43F-45D8-AEB9-208E219F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1　依 10／30 日報酬與量價訊號排名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E7361-E1F5-4068-AF7A-1C865D32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2　以 EMA 10／30、MACD 8／21／5 評估趨勢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44220-3819-40DE-B128-7EAB8ACF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3　排除追高、量比異常與波動突然放大的新買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B2678-A742-4C94-B4CF-40E1A0B8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4　停用一般排名換股，仍執行趨勢退出與規則修正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5CC0A-E712-43D8-B906-5FAEF36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5　保留股原則不動，規則修正可調整持股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F2B85-CEB2-4B7E-BE99-E0C53F98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6　無可行換股時，重規劃後重新驗證續抱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6F9DD-5FC8-45B4-AA49-6F8A99A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F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07F7F"/>
                </a:solidFill>
                <a:latin typeface="Heiti TC"/>
                <a:ea typeface="Heiti TC"/>
                <a:cs typeface="Heiti TC"/>
              </a:rPr>
              <a:t>4H 僅檢查資料覆蓋，並未要求多頭確認。</a:t>
            </a:r>
          </a:p>
        </p:txBody>
      </p:sp>
    </p:spTree>
    <p:extLst>
      <p:ext uri="{BB962C8B-B14F-4D97-AF65-F5344CB8AC3E}">
        <p14:creationId xmlns:p14="http://schemas.microsoft.com/office/powerpoint/2010/main" val="939024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E0A84-DBE6-4450-A09C-6ACB2489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固定參數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C8513-CCAB-425A-A5CA-1F22FFD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候選 f0019；正式股票池選參，歷史池使用相同參數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857375"/>
          <a:ext xmlns:a="http://schemas.openxmlformats.org/drawingml/2006/main" cx="10934700" cy="4152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38950"/>
              </a:tblGrid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參數組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設定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</a:tr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持股目標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20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報酬窗／EMA 窗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10 / 30；10 / 30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MACD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8 / 21 / 5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換股分差／每日上限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0.2 / 0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波動倍數／追高門檻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 / 4.00%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量比範圍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0.2–3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動能權重／長期占比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75.00% / 20.00%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4614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現金修正觸發／4H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12.00% / coverage_only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55AF0-417A-40D1-8764-22A3959A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0% 為策略現金目標；費用與未知成交均價仍需要資金緩衝。</a:t>
            </a:r>
          </a:p>
        </p:txBody>
      </p:sp>
    </p:spTree>
    <p:extLst>
      <p:ext uri="{BB962C8B-B14F-4D97-AF65-F5344CB8AC3E}">
        <p14:creationId xmlns:p14="http://schemas.microsoft.com/office/powerpoint/2010/main" val="31346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C4C9E-FC89-4CA3-A04B-8C853638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調參範圍與選參方式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A903B-6C39-4288-9AF9-282EF41A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405 組參數 × 2 個股票池，共 810 次完整歷史回放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109347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905000"/>
                <a:gridCol w="5410200"/>
              </a:tblGrid>
              <a:tr h="5834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候選數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目的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</a:tr>
              <a:tr h="5834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舊候選＋單軸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85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先看局部敏感度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配對 Sobol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256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探索交互作用與 4H 模式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局部深化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64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在合格父代附近細調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B07DF-85F8-4EE1-8FE3-79060184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F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7F7F"/>
                </a:solidFill>
                <a:latin typeface="Heiti TC"/>
                <a:ea typeface="Heiti TC"/>
                <a:cs typeface="Heiti TC"/>
              </a:rPr>
              <a:t>先排除已量測硬超限、無有效方案與未成交，再按淨報酬排序。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348CE-2790-4DE9-8A67-874D5822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所有日期均已參與開發。這是有界搜尋，並非全域最優或未見測試。</a:t>
            </a:r>
          </a:p>
        </p:txBody>
      </p:sp>
    </p:spTree>
    <p:extLst>
      <p:ext uri="{BB962C8B-B14F-4D97-AF65-F5344CB8AC3E}">
        <p14:creationId xmlns:p14="http://schemas.microsoft.com/office/powerpoint/2010/main" val="1635880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1940A-43E1-4C62-BCE5-D3177F95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正式 150 檔事後模擬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CF81F-2CC9-4D1F-9186-40870BA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初始 10 億元；已扣費稅；以帳面 NAV 計算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109347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00250"/>
                <a:gridCol w="2190750"/>
                <a:gridCol w="1857375"/>
                <a:gridCol w="18383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策略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淨報酬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最大回撤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換手倍數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交易筆數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Full tuned v2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302.35%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25.95%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25.88×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1675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v1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248.15%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21.81%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36.07×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4776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0050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121.28%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25.79%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0.90×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BCBA2-A81A-4129-AF8C-809FA709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正式名單用於現在合規；用於 2025 年歷史則帶有成分股前視偏誤。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0EE42-9714-4F88-BFE6-6CD9032A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v1 有已量測超限，0050 非合規競賽組合；兩者只作研究對照。</a:t>
            </a:r>
          </a:p>
        </p:txBody>
      </p:sp>
    </p:spTree>
    <p:extLst>
      <p:ext uri="{BB962C8B-B14F-4D97-AF65-F5344CB8AC3E}">
        <p14:creationId xmlns:p14="http://schemas.microsoft.com/office/powerpoint/2010/main" val="1070736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96A07-06D2-455C-81C2-5872012F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正式股票池 NAV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80586-A359-4D1A-AE19-06E32F5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月末取樣；本金倍數。完整逐日曲線保存在比較報告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10953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71e1f06953452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870EE-2731-4454-9C47-BF9CE19B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2026 年 9 月僅至 21 日。股利依模擬規則在期末一次入帳。</a:t>
            </a:r>
          </a:p>
        </p:txBody>
      </p:sp>
    </p:spTree>
    <p:extLst>
      <p:ext uri="{BB962C8B-B14F-4D97-AF65-F5344CB8AC3E}">
        <p14:creationId xmlns:p14="http://schemas.microsoft.com/office/powerpoint/2010/main" val="2123676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7DDC9-6554-45C6-90F4-9A5C60D1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每月報酬比較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BCF38-87DC-4AE6-A2F9-0BECBAC8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正式 150 檔事後模擬；含費稅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90550" y="1962150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3f887e7ce64c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89C76-AF0F-48FA-BFFD-3EDE7612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9 月為部分月份，且包含累積股利入帳；不能當成一般月份外推。</a:t>
            </a:r>
          </a:p>
        </p:txBody>
      </p:sp>
    </p:spTree>
    <p:extLst>
      <p:ext uri="{BB962C8B-B14F-4D97-AF65-F5344CB8AC3E}">
        <p14:creationId xmlns:p14="http://schemas.microsoft.com/office/powerpoint/2010/main" val="1029369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D4B4B-8F1B-44B4-9A4D-02D82012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每月最大回撤比較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9DD51-0A8D-4D84-9573-9E51E532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正式股票池；每月以上月底 NAV 為起點重新計算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90550" y="1962150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91b5f482e1437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C01E8-5793-4246-9EEF-ADDE1B03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月回撤與全期最大回撤定義不同。較高報酬不保證每個月都較抗跌。</a:t>
            </a:r>
          </a:p>
        </p:txBody>
      </p:sp>
    </p:spTree>
    <p:extLst>
      <p:ext uri="{BB962C8B-B14F-4D97-AF65-F5344CB8AC3E}">
        <p14:creationId xmlns:p14="http://schemas.microsoft.com/office/powerpoint/2010/main" val="1769264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A726D-7214-4A22-A13F-7827AE17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歷史股票池敏感度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B4620-4311-4EE9-8EEE-5A0C5DA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同一組獲選參數；2024 年底可重建的股票池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109347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00250"/>
                <a:gridCol w="2190750"/>
                <a:gridCol w="1857375"/>
                <a:gridCol w="18383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策略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淨報酬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最大回撤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換手倍數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交易筆數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Full tuned v2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163.94%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20.10%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29.05×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1787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v1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173.54%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19.55%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34.20×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4340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0050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121.28%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25.79%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0.90×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D73F3-2EDC-48FC-B063-12FFF68C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7F7F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007F7F"/>
                </a:solidFill>
                <a:latin typeface="Heiti TC"/>
                <a:ea typeface="Heiti TC"/>
                <a:cs typeface="Heiti TC"/>
              </a:rPr>
              <a:t>這一軌沒有另挑冠軍。結果反映名單不同時，同一參數的變化。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C130-DCF9-4DB0-B5C0-D385B61A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參數仍由已看過的歷史選出，因此不是獨立未見驗證。</a:t>
            </a:r>
          </a:p>
        </p:txBody>
      </p:sp>
    </p:spTree>
    <p:extLst>
      <p:ext uri="{BB962C8B-B14F-4D97-AF65-F5344CB8AC3E}">
        <p14:creationId xmlns:p14="http://schemas.microsoft.com/office/powerpoint/2010/main" val="221884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0D1CB-4F42-4118-A840-B3579396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歷史股票池 NAV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2CF0C-0638-454E-96F2-EC2C5B6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相同參數、相同費稅與官方均價假設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10953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45e07b0252436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E3AA7-8C9B-4E1A-8ED1-9ED4091D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0050 採同預算的一次買入版本，初始預留現金，並非 100% 總報酬指數。</a:t>
            </a:r>
          </a:p>
        </p:txBody>
      </p:sp>
    </p:spTree>
    <p:extLst>
      <p:ext uri="{BB962C8B-B14F-4D97-AF65-F5344CB8AC3E}">
        <p14:creationId xmlns:p14="http://schemas.microsoft.com/office/powerpoint/2010/main" val="1117648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06120-C1CB-464A-845B-473308FE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每日執行流程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706A2-6BC8-4E73-BF82-EC23C9A5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固定版本產單；每次都保留資料、決策、設定與檔案雜湊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109347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572000"/>
                <a:gridCol w="42672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時段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Agent 執行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通過條件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前晚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取得官方帳本，完成對帳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現金與實際庫存一致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前晚至清晨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更新資料、排名、規劃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無未來資料與缺價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送件前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D-Plan＋委託雙向核對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硬限制及證據完整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08:55 前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依官方介接方式提交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有精確對應的成功回執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19:00 後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取得結算，更新狀態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警告、期限與次日庫存同步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9B637-3F5B-453E-9CB4-FC1FF45E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無交易也必須產報告。常駐排程與真實送件目前尚未啟用。</a:t>
            </a:r>
          </a:p>
        </p:txBody>
      </p:sp>
    </p:spTree>
    <p:extLst>
      <p:ext uri="{BB962C8B-B14F-4D97-AF65-F5344CB8AC3E}">
        <p14:creationId xmlns:p14="http://schemas.microsoft.com/office/powerpoint/2010/main" val="1481249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4305F-09B8-482C-BE19-50C307FB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正式運行仍需補齊的證據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B5F6E-44EC-4554-A98E-8CE18700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回測稽核通過，不會自動解除提交阻擋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109347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1045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項目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目前判定</a:t>
                      </a:r>
                    </a:p>
                  </a:txBody>
                  <a:tcPr marL="133350" marR="114300" marT="57150" marB="57150" anchor="ctr">
                    <a:solidFill>
                      <a:srgbClr val="E7F1F2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Active Share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30 ETF 權重覆蓋與官方算法仍未完整確認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官方帳本／回執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驗證層已實作，尚無真實登入與成功回執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配股／零股／SELL_ALL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保留庫存，未確認事件阻擋交易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提交日與期限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40"/>
                          </a:solidFill>
                          <a:latin typeface="Heiti TC"/>
                          <a:ea typeface="Heiti TC"/>
                          <a:cs typeface="Heiti TC"/>
                        </a:rPr>
                        <a:t>官方交易日曆優先；不把本機產檔算成功</a:t>
                      </a:r>
                    </a:p>
                  </a:txBody>
                  <a:tcPr marL="13335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C4231-638F-4DC4-9180-43F13251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F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7F7F"/>
                </a:solidFill>
                <a:latin typeface="Heiti TC"/>
                <a:ea typeface="Heiti TC"/>
                <a:cs typeface="Heiti TC"/>
              </a:rPr>
              <a:t>不可透過手工選股、改單或把 UNKNOWN 填成 PASS 繞過檢查。</a:t>
            </a:r>
          </a:p>
        </p:txBody>
      </p:sp>
    </p:spTree>
    <p:extLst>
      <p:ext uri="{BB962C8B-B14F-4D97-AF65-F5344CB8AC3E}">
        <p14:creationId xmlns:p14="http://schemas.microsoft.com/office/powerpoint/2010/main" val="1761520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44109-134B-48A1-B8BD-A4D28DEF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下一階段採用方式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68CB7-9D84-490E-BBEF-D9A4498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B79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86B79"/>
                </a:solidFill>
                <a:latin typeface="Heiti TC"/>
                <a:ea typeface="Heiti TC"/>
                <a:cs typeface="Heiti TC"/>
              </a:rPr>
              <a:t>固定候選作每日計畫來源，正式送件保留證據門檻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B1898-E066-4940-B066-B3AA9BAF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7F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7F7F"/>
                </a:solidFill>
                <a:latin typeface="Heiti TC"/>
                <a:ea typeface="Heiti TC"/>
                <a:cs typeface="Heiti TC"/>
              </a:rPr>
              <a:t>本輪能確認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B64D8-E5FF-4B8E-AC4E-B30690C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66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固定參數與完整回放可重現</a:t>
            </a:r>
          </a:p>
          <a:p xmlns:a="http://schemas.openxmlformats.org/drawingml/2006/main">
            <a:pPr>
              <a:defRPr sz="225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費稅、股數公式與帳本可逐筆核對</a:t>
            </a:r>
          </a:p>
          <a:p xmlns:a="http://schemas.openxmlformats.org/drawingml/2006/main">
            <a:pPr>
              <a:defRPr sz="225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新方案失敗時會重新規劃與驗證續抱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0D9AE-EFD0-4A43-9A6D-299FC442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17825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D17825"/>
                </a:solidFill>
                <a:latin typeface="Heiti TC"/>
                <a:ea typeface="Heiti TC"/>
                <a:cs typeface="Heiti TC"/>
              </a:rPr>
              <a:t>本輪仍不能確認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827BE-083C-4E0F-95A6-2F828565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未來報酬、正式 Active Share 及平台實際接受結果。</a:t>
            </a:r>
          </a:p>
          <a:p xmlns:a="http://schemas.openxmlformats.org/drawingml/2006/main">
            <a:pPr>
              <a:defRPr sz="2100" b="0">
                <a:solidFill>
                  <a:srgbClr val="142D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42D40"/>
                </a:solidFill>
                <a:latin typeface="Heiti TC"/>
                <a:ea typeface="Heiti TC"/>
                <a:cs typeface="Heiti TC"/>
              </a:rPr>
              <a:t>新的未參與開發期間，才是下一階段向前驗證。</a:t>
            </a:r>
          </a:p>
        </p:txBody>
      </p:sp>
    </p:spTree>
    <p:extLst>
      <p:ext uri="{BB962C8B-B14F-4D97-AF65-F5344CB8AC3E}">
        <p14:creationId xmlns:p14="http://schemas.microsoft.com/office/powerpoint/2010/main" val="1902771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2026-09-22T06:46:19.5250000Z</dcterms:created>
  <dcterms:modified xsi:type="dcterms:W3CDTF">2026-09-22T06:46:19.5250000Z</dcterms:modified>
</coreProperties>
</file>